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81" r:id="rId5"/>
    <p:sldId id="382" r:id="rId6"/>
    <p:sldId id="391" r:id="rId7"/>
    <p:sldId id="396" r:id="rId8"/>
    <p:sldId id="385" r:id="rId9"/>
    <p:sldId id="387" r:id="rId10"/>
    <p:sldId id="388" r:id="rId11"/>
    <p:sldId id="386" r:id="rId12"/>
    <p:sldId id="394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AFF"/>
    <a:srgbClr val="F78CB9"/>
    <a:srgbClr val="F5DAC5"/>
    <a:srgbClr val="00A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DAFF13-0A7C-F117-889A-C810C3A853B5}" v="592" dt="2026-06-30T09:06:11.258"/>
    <p1510:client id="{C823CED1-01A1-8565-07CB-8F0A8C23199A}" v="678" dt="2026-06-29T22:42:30.549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0594C5-4210-4C0B-94C8-05EA2A273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07B545-CB7B-485B-8848-24C5090D7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E10C-4735-4A0D-A76B-FFFBF4B6ED03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9E7E0C-EC12-408D-80EA-659FD94A65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52D70-4DD5-4630-8772-5085BDBF1D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13D6A-DFDD-4B27-9F53-83C0CD933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633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35CDE-2E0B-4188-96E9-ADF9ACB826A9}" type="datetimeFigureOut">
              <a:rPr lang="en-US" noProof="0" smtClean="0"/>
              <a:t>6/30/2026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D7B6F-E65C-42E7-86A5-0A01C6C9522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95432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microsoft.com/office/2007/relationships/hdphoto" Target="../media/hdphoto2.wdp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png"/><Relationship Id="rId4" Type="http://schemas.microsoft.com/office/2007/relationships/hdphoto" Target="../media/hdphoto3.wdp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487DE8-DB1D-7476-8C44-B0F448760DE0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olorful liquid with a purple line&#10;&#10;Description automatically generated">
            <a:extLst>
              <a:ext uri="{FF2B5EF4-FFF2-40B4-BE49-F238E27FC236}">
                <a16:creationId xmlns:a16="http://schemas.microsoft.com/office/drawing/2014/main" id="{1F307DB2-2647-9E7A-A3A3-DBE7504930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680" r="331" b="10324"/>
          <a:stretch/>
        </p:blipFill>
        <p:spPr>
          <a:xfrm>
            <a:off x="84057" y="-9099"/>
            <a:ext cx="11536223" cy="68671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9285B55-78E1-B83E-F9B2-6616677DB95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2007" y="1223587"/>
            <a:ext cx="849017" cy="9780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3B77729-8929-07DD-3A0E-3345E9C7EC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21023" y="4463033"/>
            <a:ext cx="849017" cy="97803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3485D99-86C3-3AD2-8EEC-686C73F6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76" y="1307592"/>
            <a:ext cx="6830568" cy="4498848"/>
          </a:xfrm>
        </p:spPr>
        <p:txBody>
          <a:bodyPr>
            <a:normAutofit/>
          </a:bodyPr>
          <a:lstStyle>
            <a:lvl1pPr algn="ctr">
              <a:lnSpc>
                <a:spcPct val="113000"/>
              </a:lnSpc>
              <a:defRPr sz="54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94F02A7-35D5-9B29-B063-4F40E8DCF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91876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97F71CF-7463-EE58-8673-70FF6E01D635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35BEB45A-F384-D7C9-A3CB-75375E4B69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728" t="-787" r="-1" b="2794"/>
          <a:stretch/>
        </p:blipFill>
        <p:spPr>
          <a:xfrm rot="10800000">
            <a:off x="147778" y="-1"/>
            <a:ext cx="11843113" cy="651628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10DECF3-C5B2-7596-8F56-1A7469F36886}"/>
              </a:ext>
            </a:extLst>
          </p:cNvPr>
          <p:cNvGrpSpPr/>
          <p:nvPr userDrawn="1"/>
        </p:nvGrpSpPr>
        <p:grpSpPr>
          <a:xfrm rot="10800000">
            <a:off x="3039303" y="555295"/>
            <a:ext cx="5490384" cy="5535077"/>
            <a:chOff x="2470935" y="599843"/>
            <a:chExt cx="5490384" cy="5535077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9A5C777D-A2B2-306B-76C2-3E13CEC5C96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70935" y="599843"/>
              <a:ext cx="849017" cy="978035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CB86DD9E-B0D3-146B-90C5-1F835B4B6F5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12302" y="5156885"/>
              <a:ext cx="849017" cy="97803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4368" y="1417320"/>
            <a:ext cx="5367528" cy="219456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F31E34-7EF1-9430-2FA0-784F079D7A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944368" y="3602736"/>
            <a:ext cx="5367528" cy="9493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661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A3E124-5798-04DF-D85C-468DB4EC9F07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827662AF-0BAF-6D15-2F77-9241FBB7DD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9398"/>
          <a:stretch>
            <a:fillRect/>
          </a:stretch>
        </p:blipFill>
        <p:spPr>
          <a:xfrm rot="12600000">
            <a:off x="-1186695" y="-47254"/>
            <a:ext cx="8514377" cy="6482357"/>
          </a:xfrm>
          <a:custGeom>
            <a:avLst/>
            <a:gdLst>
              <a:gd name="connsiteX0" fmla="*/ 8514377 w 8514377"/>
              <a:gd name="connsiteY0" fmla="*/ 4473859 h 6482357"/>
              <a:gd name="connsiteX1" fmla="*/ 5035556 w 8514377"/>
              <a:gd name="connsiteY1" fmla="*/ 6482357 h 6482357"/>
              <a:gd name="connsiteX2" fmla="*/ 1109801 w 8514377"/>
              <a:gd name="connsiteY2" fmla="*/ 6482357 h 6482357"/>
              <a:gd name="connsiteX3" fmla="*/ 0 w 8514377"/>
              <a:gd name="connsiteY3" fmla="*/ 4560126 h 6482357"/>
              <a:gd name="connsiteX4" fmla="*/ 0 w 8514377"/>
              <a:gd name="connsiteY4" fmla="*/ 1470700 h 6482357"/>
              <a:gd name="connsiteX5" fmla="*/ 2547328 w 8514377"/>
              <a:gd name="connsiteY5" fmla="*/ 0 h 6482357"/>
              <a:gd name="connsiteX6" fmla="*/ 5931393 w 8514377"/>
              <a:gd name="connsiteY6" fmla="*/ 0 h 6482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14377" h="6482357">
                <a:moveTo>
                  <a:pt x="8514377" y="4473859"/>
                </a:moveTo>
                <a:lnTo>
                  <a:pt x="5035556" y="6482357"/>
                </a:lnTo>
                <a:lnTo>
                  <a:pt x="1109801" y="6482357"/>
                </a:lnTo>
                <a:lnTo>
                  <a:pt x="0" y="4560126"/>
                </a:lnTo>
                <a:lnTo>
                  <a:pt x="0" y="1470700"/>
                </a:lnTo>
                <a:lnTo>
                  <a:pt x="2547328" y="0"/>
                </a:lnTo>
                <a:lnTo>
                  <a:pt x="5931393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8327A7-341D-40E2-FE83-F00DE932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3621024" cy="2121408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24DD5641-C57E-F509-6D45-4612958140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155" y="393616"/>
            <a:ext cx="3539646" cy="6070600"/>
          </a:xfrm>
        </p:spPr>
        <p:txBody>
          <a:bodyPr anchor="ctr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12046-C0D1-8657-A169-8AE89D82B7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2EE2E2-CE39-4B10-FFC4-3B077574EC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9EF72-F371-75B2-8BC8-2A3B1BBE25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9442780-F07F-F8E2-0DE6-A7FB6447AE5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2147" y="1177405"/>
            <a:ext cx="849017" cy="97803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ED62AC7-D4CF-F7E4-7EB6-B462EEB3FB1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4198" y="502867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974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237384A-AE12-9485-A46A-A67BD2D6D763}"/>
              </a:ext>
            </a:extLst>
          </p:cNvPr>
          <p:cNvSpPr/>
          <p:nvPr userDrawn="1"/>
        </p:nvSpPr>
        <p:spPr>
          <a:xfrm>
            <a:off x="803567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1B2BB6B9-EF29-3C73-2A3C-CF09EA6D3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8923"/>
          <a:stretch/>
        </p:blipFill>
        <p:spPr>
          <a:xfrm>
            <a:off x="0" y="506925"/>
            <a:ext cx="5699870" cy="573388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8A5217E-2CE2-3F64-6AB4-EB0D30BE276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599873" y="1268006"/>
            <a:ext cx="849017" cy="978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2FC963C-039A-17E9-178D-44753EC43F7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2897112" y="4722376"/>
            <a:ext cx="849017" cy="97803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AE4342B-3BF5-0F3A-721B-C761F001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505456"/>
            <a:ext cx="3575304" cy="2331720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0975B60B-4328-7C87-7F8D-0730014D7AE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44767" y="393616"/>
            <a:ext cx="4123944" cy="6070600"/>
          </a:xfrm>
        </p:spPr>
        <p:txBody>
          <a:bodyPr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85C39-AC94-8C87-B244-34719C148A2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6E03E-A5BE-A491-2B5F-35AD90AE1C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6FD6C-9CEF-3304-8E48-7A8C282A27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61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CC7A06-20DF-11B2-DBA3-4AD5A0782F72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urple and blue gradient&#10;&#10;Description automatically generated">
            <a:extLst>
              <a:ext uri="{FF2B5EF4-FFF2-40B4-BE49-F238E27FC236}">
                <a16:creationId xmlns:a16="http://schemas.microsoft.com/office/drawing/2014/main" id="{7F2E8E22-8715-DC35-A1D6-9DE0F7D4E5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20146" y="430094"/>
            <a:ext cx="6635667" cy="555108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FA543A9-6610-874B-5B5A-83D92322A50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996376" y="1390616"/>
            <a:ext cx="849017" cy="97803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18BD6AF-5555-EEAD-E54D-5C0AD969A11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8522918" y="4778529"/>
            <a:ext cx="849017" cy="97803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23DEBC-4628-999E-0CE4-A99E4EE0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1696" y="1956816"/>
            <a:ext cx="3502152" cy="3218688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36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D3C4B38-CA42-D6E7-A813-594FE780EBB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83724" y="705888"/>
            <a:ext cx="4123944" cy="5758328"/>
          </a:xfrm>
        </p:spPr>
        <p:txBody>
          <a:bodyPr anchor="ctr"/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7106E-AE9C-748D-BFA7-A5C720C40C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05E23-DC2F-F555-BE36-6A4BA26749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624F6-261B-7F20-EE2A-8BE587173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FF983AA-CC8F-F29A-16B4-FA97410056A9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7" name="Picture 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E0936C36-F50A-1523-04B4-873B36EE90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24545" y="5588693"/>
            <a:ext cx="3077487" cy="126930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FF0649-2CAB-E241-1544-28122132EC7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405889" y="5226745"/>
            <a:ext cx="849017" cy="978035"/>
          </a:xfrm>
          <a:prstGeom prst="rect">
            <a:avLst/>
          </a:prstGeom>
        </p:spPr>
      </p:pic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A3D7DA26-5AF7-F723-8332-D397C9D4FE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94749" y="0"/>
            <a:ext cx="8497251" cy="29455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C212B63-01C0-9907-1952-5BD55C77E0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420682" y="255984"/>
            <a:ext cx="849017" cy="97803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39D6EFD-3D88-AC8E-C91F-AE704D5DC61D}"/>
              </a:ext>
            </a:extLst>
          </p:cNvPr>
          <p:cNvSpPr/>
          <p:nvPr userDrawn="1"/>
        </p:nvSpPr>
        <p:spPr>
          <a:xfrm>
            <a:off x="1161288" y="212140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F4C90D2-BA10-F371-768C-4773A2DD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216" y="1353312"/>
            <a:ext cx="5824728" cy="2459736"/>
          </a:xfrm>
        </p:spPr>
        <p:txBody>
          <a:bodyPr lIns="91440" rIns="91440" anchor="b">
            <a:no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110A2D0-5263-97B9-023B-7DEE66187D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5588" y="2235708"/>
            <a:ext cx="2377440" cy="237744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34938F3-05CE-10DD-2D42-621C5ECDCB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14216" y="4050792"/>
            <a:ext cx="5824728" cy="110490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A4635-CD35-105A-54F6-571A5B6C469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2984F-04B1-F977-FBD2-4592E8E4D0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DD725-F823-F190-62A8-AC33F67CA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Picture 1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5DFBE14A-32CA-8A3F-8C86-D04E6B1DBA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" y="5293775"/>
            <a:ext cx="2361321" cy="156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C984FB-85C6-3052-A9EA-F41806C314AF}"/>
              </a:ext>
            </a:extLst>
          </p:cNvPr>
          <p:cNvSpPr/>
          <p:nvPr userDrawn="1"/>
        </p:nvSpPr>
        <p:spPr>
          <a:xfrm>
            <a:off x="803565" y="1291472"/>
            <a:ext cx="9537638" cy="5249368"/>
          </a:xfrm>
          <a:prstGeom prst="rect">
            <a:avLst/>
          </a:prstGeom>
          <a:solidFill>
            <a:srgbClr val="C5E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325563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766CFA5-68C3-F68B-7E95-753DDAE1E5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2498" y="1548481"/>
            <a:ext cx="8982675" cy="4736835"/>
          </a:xfrm>
          <a:custGeom>
            <a:avLst/>
            <a:gdLst>
              <a:gd name="connsiteX0" fmla="*/ 3400805 w 8982675"/>
              <a:gd name="connsiteY0" fmla="*/ 4656317 h 4736835"/>
              <a:gd name="connsiteX1" fmla="*/ 3768530 w 8982675"/>
              <a:gd name="connsiteY1" fmla="*/ 4708484 h 4736835"/>
              <a:gd name="connsiteX2" fmla="*/ 3854126 w 8982675"/>
              <a:gd name="connsiteY2" fmla="*/ 4736710 h 4736835"/>
              <a:gd name="connsiteX3" fmla="*/ 3352219 w 8982675"/>
              <a:gd name="connsiteY3" fmla="*/ 4736710 h 4736835"/>
              <a:gd name="connsiteX4" fmla="*/ 3267796 w 8982675"/>
              <a:gd name="connsiteY4" fmla="*/ 4658283 h 4736835"/>
              <a:gd name="connsiteX5" fmla="*/ 3400805 w 8982675"/>
              <a:gd name="connsiteY5" fmla="*/ 4656317 h 4736835"/>
              <a:gd name="connsiteX6" fmla="*/ 0 w 8982675"/>
              <a:gd name="connsiteY6" fmla="*/ 0 h 4736835"/>
              <a:gd name="connsiteX7" fmla="*/ 8982675 w 8982675"/>
              <a:gd name="connsiteY7" fmla="*/ 0 h 4736835"/>
              <a:gd name="connsiteX8" fmla="*/ 8982675 w 8982675"/>
              <a:gd name="connsiteY8" fmla="*/ 4736835 h 4736835"/>
              <a:gd name="connsiteX9" fmla="*/ 3950459 w 8982675"/>
              <a:gd name="connsiteY9" fmla="*/ 4736835 h 4736835"/>
              <a:gd name="connsiteX10" fmla="*/ 3788773 w 8982675"/>
              <a:gd name="connsiteY10" fmla="*/ 4674997 h 4736835"/>
              <a:gd name="connsiteX11" fmla="*/ 3228671 w 8982675"/>
              <a:gd name="connsiteY11" fmla="*/ 4623063 h 4736835"/>
              <a:gd name="connsiteX12" fmla="*/ 3132708 w 8982675"/>
              <a:gd name="connsiteY12" fmla="*/ 4545069 h 4736835"/>
              <a:gd name="connsiteX13" fmla="*/ 2691341 w 8982675"/>
              <a:gd name="connsiteY13" fmla="*/ 4402451 h 4736835"/>
              <a:gd name="connsiteX14" fmla="*/ 2104826 w 8982675"/>
              <a:gd name="connsiteY14" fmla="*/ 4577133 h 4736835"/>
              <a:gd name="connsiteX15" fmla="*/ 540354 w 8982675"/>
              <a:gd name="connsiteY15" fmla="*/ 3817187 h 4736835"/>
              <a:gd name="connsiteX16" fmla="*/ 0 w 8982675"/>
              <a:gd name="connsiteY16" fmla="*/ 3830433 h 4736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982675" h="4736835">
                <a:moveTo>
                  <a:pt x="3400805" y="4656317"/>
                </a:moveTo>
                <a:cubicBezTo>
                  <a:pt x="3531347" y="4658926"/>
                  <a:pt x="3654347" y="4675523"/>
                  <a:pt x="3768530" y="4708484"/>
                </a:cubicBezTo>
                <a:cubicBezTo>
                  <a:pt x="3798214" y="4717150"/>
                  <a:pt x="3826726" y="4726559"/>
                  <a:pt x="3854126" y="4736710"/>
                </a:cubicBezTo>
                <a:lnTo>
                  <a:pt x="3352219" y="4736710"/>
                </a:lnTo>
                <a:cubicBezTo>
                  <a:pt x="3323028" y="4709289"/>
                  <a:pt x="3294579" y="4682734"/>
                  <a:pt x="3267796" y="4658283"/>
                </a:cubicBezTo>
                <a:cubicBezTo>
                  <a:pt x="3312939" y="4656132"/>
                  <a:pt x="3357291" y="4655448"/>
                  <a:pt x="3400805" y="4656317"/>
                </a:cubicBezTo>
                <a:close/>
                <a:moveTo>
                  <a:pt x="0" y="0"/>
                </a:moveTo>
                <a:lnTo>
                  <a:pt x="8982675" y="0"/>
                </a:lnTo>
                <a:lnTo>
                  <a:pt x="8982675" y="4736835"/>
                </a:lnTo>
                <a:lnTo>
                  <a:pt x="3950459" y="4736835"/>
                </a:lnTo>
                <a:cubicBezTo>
                  <a:pt x="3900904" y="4713870"/>
                  <a:pt x="3847214" y="4693133"/>
                  <a:pt x="3788773" y="4674997"/>
                </a:cubicBezTo>
                <a:cubicBezTo>
                  <a:pt x="3643810" y="4630924"/>
                  <a:pt x="3458920" y="4609197"/>
                  <a:pt x="3228671" y="4623063"/>
                </a:cubicBezTo>
                <a:cubicBezTo>
                  <a:pt x="3190841" y="4589513"/>
                  <a:pt x="3157763" y="4562153"/>
                  <a:pt x="3132708" y="4545069"/>
                </a:cubicBezTo>
                <a:cubicBezTo>
                  <a:pt x="3009900" y="4465156"/>
                  <a:pt x="2876972" y="4398675"/>
                  <a:pt x="2691341" y="4402451"/>
                </a:cubicBezTo>
                <a:cubicBezTo>
                  <a:pt x="2485283" y="4409074"/>
                  <a:pt x="2289531" y="4465898"/>
                  <a:pt x="2104826" y="4577133"/>
                </a:cubicBezTo>
                <a:cubicBezTo>
                  <a:pt x="1783304" y="4259153"/>
                  <a:pt x="1229373" y="3910408"/>
                  <a:pt x="540354" y="3817187"/>
                </a:cubicBezTo>
                <a:cubicBezTo>
                  <a:pt x="359907" y="3797131"/>
                  <a:pt x="179768" y="3802888"/>
                  <a:pt x="0" y="383043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7" name="Picture 6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846F15F4-7014-4E14-56B7-56D54599BA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15" t="-15152"/>
          <a:stretch/>
        </p:blipFill>
        <p:spPr>
          <a:xfrm rot="10800000" flipH="1">
            <a:off x="7432159" y="-25812"/>
            <a:ext cx="4767411" cy="837980"/>
          </a:xfrm>
          <a:prstGeom prst="rect">
            <a:avLst/>
          </a:prstGeom>
        </p:spPr>
      </p:pic>
      <p:pic>
        <p:nvPicPr>
          <p:cNvPr id="9" name="Picture 8" descr="A purple and pink gradient on a black background&#10;&#10;Description automatically generated">
            <a:extLst>
              <a:ext uri="{FF2B5EF4-FFF2-40B4-BE49-F238E27FC236}">
                <a16:creationId xmlns:a16="http://schemas.microsoft.com/office/drawing/2014/main" id="{3A669BB6-5B89-62EF-E05B-39C24D4741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963474" y="5867628"/>
            <a:ext cx="4983673" cy="990372"/>
          </a:xfrm>
          <a:prstGeom prst="rect">
            <a:avLst/>
          </a:prstGeom>
        </p:spPr>
      </p:pic>
      <p:pic>
        <p:nvPicPr>
          <p:cNvPr id="11" name="Picture 10" descr="A colorful gradient shapes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6B7DEE27-0CA8-84BE-2C04-6FDB3E58813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4753929"/>
            <a:ext cx="5788201" cy="210407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9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53AAB7-5928-57F2-05DE-9C551FC2F2E3}"/>
              </a:ext>
            </a:extLst>
          </p:cNvPr>
          <p:cNvSpPr/>
          <p:nvPr userDrawn="1"/>
        </p:nvSpPr>
        <p:spPr>
          <a:xfrm>
            <a:off x="6711599" y="329415"/>
            <a:ext cx="3538724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39496"/>
            <a:ext cx="5961888" cy="152704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BB8C22E1-E317-84DE-8D3D-93F1009D05F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76072" y="2112264"/>
            <a:ext cx="2618541" cy="4197096"/>
          </a:xfrm>
        </p:spPr>
        <p:txBody>
          <a:bodyPr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7DB1F03-8346-3188-F1C7-B0A5E86F630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38728" y="2112264"/>
            <a:ext cx="2618541" cy="41970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EFF156F3-9A7D-EAA4-4F00-E693C2A3FE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385" b="-8059"/>
          <a:stretch/>
        </p:blipFill>
        <p:spPr>
          <a:xfrm rot="5400000">
            <a:off x="6813632" y="1479632"/>
            <a:ext cx="3355938" cy="740079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268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539496"/>
            <a:ext cx="6038397" cy="143560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2112264"/>
            <a:ext cx="2880567" cy="4197096"/>
          </a:xfrm>
        </p:spPr>
        <p:txBody>
          <a:bodyPr anchor="t"/>
          <a:lstStyle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93AEFBC-F09B-894B-CD7A-F9C372585AF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370065" y="2112264"/>
            <a:ext cx="3118104" cy="419709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EAB3AD9D-9B13-188E-617D-F178259609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-2022196" y="2022197"/>
            <a:ext cx="6858000" cy="2813606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57D6059-8E17-ABF1-8456-C15CE400B55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 flipV="1">
            <a:off x="1635889" y="4247231"/>
            <a:ext cx="904680" cy="104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0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AB0126E7-35C8-4EB5-B66B-D1260C4AE37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0380" y="5498683"/>
            <a:ext cx="904680" cy="104215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7647433-270D-5D45-29E0-608311CA9701}"/>
              </a:ext>
            </a:extLst>
          </p:cNvPr>
          <p:cNvSpPr>
            <a:spLocks/>
          </p:cNvSpPr>
          <p:nvPr userDrawn="1"/>
        </p:nvSpPr>
        <p:spPr>
          <a:xfrm>
            <a:off x="5621925" y="1468626"/>
            <a:ext cx="4641637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4F7496-C504-BB47-EC59-97AAA92A07B8}"/>
              </a:ext>
            </a:extLst>
          </p:cNvPr>
          <p:cNvSpPr/>
          <p:nvPr userDrawn="1"/>
        </p:nvSpPr>
        <p:spPr>
          <a:xfrm>
            <a:off x="803567" y="1460959"/>
            <a:ext cx="4641638" cy="5055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pic>
        <p:nvPicPr>
          <p:cNvPr id="14" name="Picture 13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32B92FA5-A482-D296-0300-0D794E5A1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008"/>
          <a:stretch/>
        </p:blipFill>
        <p:spPr>
          <a:xfrm rot="10800000">
            <a:off x="0" y="4603898"/>
            <a:ext cx="6148843" cy="2254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898EEF-CE97-B22D-6E75-D121E815D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27920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98A1FC94-DC76-4D72-16F0-88E8D61960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15568" y="1883664"/>
            <a:ext cx="4014216" cy="3511296"/>
          </a:xfrm>
        </p:spPr>
        <p:txBody>
          <a:bodyPr anchor="t">
            <a:normAutofit/>
          </a:bodyPr>
          <a:lstStyle>
            <a:lvl1pPr marL="2286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defRPr lang="en-US" sz="1400" b="0" kern="12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1E2BE2C-1D19-F2FC-F91E-A2C73325864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34456" y="1883664"/>
            <a:ext cx="4014216" cy="3511296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sz="1400" b="1"/>
            </a:lvl1pPr>
            <a:lvl2pPr>
              <a:buClr>
                <a:schemeClr val="tx2"/>
              </a:buClr>
              <a:defRPr sz="1200"/>
            </a:lvl2pPr>
            <a:lvl3pPr>
              <a:buClr>
                <a:schemeClr val="tx2"/>
              </a:buClr>
              <a:defRPr sz="1200"/>
            </a:lvl3pPr>
            <a:lvl4pPr>
              <a:buClr>
                <a:schemeClr val="tx2"/>
              </a:buClr>
              <a:defRPr sz="12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28C8D-2511-191A-0965-7E441EDA27B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4E08F2-413A-87D7-FC7E-FA7C3282F7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E8ED2-48AE-58D3-898D-1C9D6D65A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2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6" y="539496"/>
            <a:ext cx="6958584" cy="1435608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31B5D0-8E67-901E-73FB-36D970CB8F97}"/>
              </a:ext>
            </a:extLst>
          </p:cNvPr>
          <p:cNvSpPr/>
          <p:nvPr userDrawn="1"/>
        </p:nvSpPr>
        <p:spPr>
          <a:xfrm>
            <a:off x="711203" y="329416"/>
            <a:ext cx="2503051" cy="5979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1FEFF780-F9A6-D70C-43AF-EF361A89EEC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1965960"/>
            <a:ext cx="6629400" cy="859536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4039564" y="2962656"/>
            <a:ext cx="6539835" cy="3227387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Picture 19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24AE729D-8A2D-FEFD-3B1F-8025FBBDD5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2219" t="5197"/>
          <a:stretch>
            <a:fillRect/>
          </a:stretch>
        </p:blipFill>
        <p:spPr>
          <a:xfrm rot="14400000">
            <a:off x="-2171467" y="2562333"/>
            <a:ext cx="6626421" cy="4182149"/>
          </a:xfrm>
          <a:custGeom>
            <a:avLst/>
            <a:gdLst>
              <a:gd name="connsiteX0" fmla="*/ 6626421 w 6626421"/>
              <a:gd name="connsiteY0" fmla="*/ 4182149 h 4182149"/>
              <a:gd name="connsiteX1" fmla="*/ 1319145 w 6626421"/>
              <a:gd name="connsiteY1" fmla="*/ 4182149 h 4182149"/>
              <a:gd name="connsiteX2" fmla="*/ 0 w 6626421"/>
              <a:gd name="connsiteY2" fmla="*/ 3420540 h 4182149"/>
              <a:gd name="connsiteX3" fmla="*/ 1974850 w 6626421"/>
              <a:gd name="connsiteY3" fmla="*/ 0 h 4182149"/>
              <a:gd name="connsiteX4" fmla="*/ 6626421 w 6626421"/>
              <a:gd name="connsiteY4" fmla="*/ 2685586 h 418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26421" h="4182149">
                <a:moveTo>
                  <a:pt x="6626421" y="4182149"/>
                </a:moveTo>
                <a:lnTo>
                  <a:pt x="1319145" y="4182149"/>
                </a:lnTo>
                <a:lnTo>
                  <a:pt x="0" y="3420540"/>
                </a:lnTo>
                <a:lnTo>
                  <a:pt x="1974850" y="0"/>
                </a:lnTo>
                <a:lnTo>
                  <a:pt x="6626421" y="2685586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2DA2EC6-9201-16D6-4C20-0FB5854C2C3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1273050" y="2512988"/>
            <a:ext cx="849017" cy="9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9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8B0822-A3A0-6F7D-70AC-41FCAAB7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11480"/>
            <a:ext cx="9464040" cy="1435608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7BAFAF-EE3F-5B9A-6382-910CD450D2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9408940" y="3205716"/>
            <a:ext cx="809263" cy="932240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ACBEEE1-322A-B926-9005-21D1F3999AA9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804672" y="1472184"/>
            <a:ext cx="9537192" cy="3922776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FB5D-5D4D-191A-E033-3588951327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8D263-095A-9E1E-0A55-36A5B42EC2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28F88-D01C-0A01-2CA2-DBE75087BA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colorful liquid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B9D6252C-CE9A-ABBD-43D8-62F708B2B2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>
            <a:off x="-3380" y="5552387"/>
            <a:ext cx="3785031" cy="1310811"/>
          </a:xfrm>
          <a:prstGeom prst="rect">
            <a:avLst/>
          </a:prstGeom>
        </p:spPr>
      </p:pic>
      <p:pic>
        <p:nvPicPr>
          <p:cNvPr id="9" name="Picture 8" descr="A colorful liquid with a purple line&#10;&#10;Description automatically generated with medium confidence">
            <a:extLst>
              <a:ext uri="{FF2B5EF4-FFF2-40B4-BE49-F238E27FC236}">
                <a16:creationId xmlns:a16="http://schemas.microsoft.com/office/drawing/2014/main" id="{C975A1D6-EEFF-C8C1-AC72-68C09285D5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686580" y="-9167"/>
            <a:ext cx="5538171" cy="225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333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21AC4E5-2B89-481E-46B9-A867F5699CEE}"/>
              </a:ext>
            </a:extLst>
          </p:cNvPr>
          <p:cNvSpPr/>
          <p:nvPr userDrawn="1"/>
        </p:nvSpPr>
        <p:spPr>
          <a:xfrm>
            <a:off x="803566" y="329415"/>
            <a:ext cx="9459997" cy="61868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colorful gradient on a black background&#10;&#10;Description automatically generated">
            <a:extLst>
              <a:ext uri="{FF2B5EF4-FFF2-40B4-BE49-F238E27FC236}">
                <a16:creationId xmlns:a16="http://schemas.microsoft.com/office/drawing/2014/main" id="{C425D3D8-6FFB-E26C-2DDC-EAE565DDDD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576" t="13872" r="4114" b="8199"/>
          <a:stretch/>
        </p:blipFill>
        <p:spPr>
          <a:xfrm rot="10800000">
            <a:off x="-2" y="-2"/>
            <a:ext cx="10838727" cy="685800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B0B6FA5-0AFE-69A5-2CE6-27D1CBF5F0F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3365" y="1390616"/>
            <a:ext cx="849017" cy="97803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CA221E3-E5C1-6778-BDF2-B5527950BB3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2015" y="4219529"/>
            <a:ext cx="849017" cy="978035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8EF24DD3-EDCB-7DE8-426A-6EFA267D6B0C}"/>
              </a:ext>
            </a:extLst>
          </p:cNvPr>
          <p:cNvSpPr/>
          <p:nvPr userDrawn="1"/>
        </p:nvSpPr>
        <p:spPr>
          <a:xfrm>
            <a:off x="4233672" y="1527048"/>
            <a:ext cx="2606040" cy="26060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E4463-3EAA-4A1D-028E-15858531E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958D5F2-B610-B25E-1D2D-71EC79D2A9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43400" y="1645920"/>
            <a:ext cx="2377440" cy="237744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4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845D3B-A7CA-4751-B979-90553EDE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650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43512-71B9-49DF-A1D4-8CE3742E4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1650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A98FF-2C58-4968-A1DC-0EBD6961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10260076" y="3233420"/>
            <a:ext cx="3098800" cy="594360"/>
          </a:xfrm>
          <a:prstGeom prst="rect">
            <a:avLst/>
          </a:prstGeom>
        </p:spPr>
        <p:txBody>
          <a:bodyPr vert="horz" lIns="0" tIns="45720" rIns="91440" bIns="45720" rtlCol="0" anchor="t"/>
          <a:lstStyle>
            <a:lvl1pPr algn="ctr">
              <a:defRPr sz="12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93C2C-842E-4579-ABBB-7ED2CC0BA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274552" y="5632704"/>
            <a:ext cx="1069848" cy="594360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400" b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fld id="{98C0CDE5-970C-4CC4-BF43-0DA127E73E8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51359C3-8CE4-C25B-8E46-AFFF9EADFF92}"/>
              </a:ext>
            </a:extLst>
          </p:cNvPr>
          <p:cNvCxnSpPr/>
          <p:nvPr/>
        </p:nvCxnSpPr>
        <p:spPr>
          <a:xfrm>
            <a:off x="11091672" y="0"/>
            <a:ext cx="0" cy="6845701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9B11C67-3806-82B6-01D7-1583184D5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161152" y="745184"/>
            <a:ext cx="1296648" cy="59436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8288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113000"/>
        </a:lnSpc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74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pos="3250" userDrawn="1">
          <p15:clr>
            <a:srgbClr val="F26B43"/>
          </p15:clr>
        </p15:guide>
        <p15:guide id="7" pos="443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x6t1pZXHKeM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03D7F5-3FA4-3B64-ACA2-1AB08CDC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4796681" cy="2121408"/>
          </a:xfrm>
        </p:spPr>
        <p:txBody>
          <a:bodyPr anchor="ctr">
            <a:normAutofit/>
          </a:bodyPr>
          <a:lstStyle/>
          <a:p>
            <a:r>
              <a:rPr lang="en-US"/>
              <a:t>Easy2 </a:t>
            </a:r>
            <a:br>
              <a:rPr lang="en-US"/>
            </a:br>
            <a:r>
              <a:rPr lang="en-US"/>
              <a:t>a 2x2 1Look Training App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35206D-E8E9-7A15-CDB8-B6EC4E9FFF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5" r="8254" b="3"/>
          <a:stretch>
            <a:fillRect/>
          </a:stretch>
        </p:blipFill>
        <p:spPr>
          <a:xfrm>
            <a:off x="7318155" y="393616"/>
            <a:ext cx="3619474" cy="6070600"/>
          </a:xfrm>
          <a:prstGeom prst="rect">
            <a:avLst/>
          </a:prstGeom>
          <a:noFill/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F264B74-9FE6-33BC-05E7-4FF975D8B3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pPr>
              <a:spcAft>
                <a:spcPts val="600"/>
              </a:spcAft>
            </a:pPr>
            <a:fld id="{98C0CDE5-970C-4CC4-BF43-0DA127E73E82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2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54722E1-DC3F-7BE5-7E67-22CDD3648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264" y="539496"/>
            <a:ext cx="7054397" cy="1435608"/>
          </a:xfrm>
        </p:spPr>
        <p:txBody>
          <a:bodyPr anchor="ctr">
            <a:normAutofit/>
          </a:bodyPr>
          <a:lstStyle/>
          <a:p>
            <a:r>
              <a:rPr lang="en-US" dirty="0"/>
              <a:t>Was </a:t>
            </a:r>
            <a:r>
              <a:rPr lang="en-US" dirty="0" err="1"/>
              <a:t>ist</a:t>
            </a:r>
            <a:r>
              <a:rPr lang="en-US" dirty="0"/>
              <a:t> 1Looking und was </a:t>
            </a:r>
            <a:r>
              <a:rPr lang="en-US" dirty="0" err="1"/>
              <a:t>bringt</a:t>
            </a:r>
            <a:r>
              <a:rPr lang="en-US" dirty="0"/>
              <a:t> das?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B1B94E2-6B4D-D3B8-897A-CF44FECD93E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500058" y="2112264"/>
            <a:ext cx="3330509" cy="4197096"/>
          </a:xfrm>
        </p:spPr>
        <p:txBody>
          <a:bodyPr/>
          <a:lstStyle/>
          <a:p>
            <a:pPr>
              <a:buFont typeface="Calibri" panose="020B0604020202020204" pitchFamily="34" charset="0"/>
              <a:buChar char="-"/>
            </a:pPr>
            <a:r>
              <a:rPr lang="en-US"/>
              <a:t>Alles </a:t>
            </a:r>
            <a:r>
              <a:rPr lang="en-US" err="1"/>
              <a:t>geplant</a:t>
            </a:r>
            <a:r>
              <a:rPr lang="en-US"/>
              <a:t> -&gt; </a:t>
            </a:r>
            <a:r>
              <a:rPr lang="en-US" err="1"/>
              <a:t>keine</a:t>
            </a:r>
            <a:r>
              <a:rPr lang="en-US"/>
              <a:t> Pause</a:t>
            </a:r>
          </a:p>
        </p:txBody>
      </p:sp>
      <p:pic>
        <p:nvPicPr>
          <p:cNvPr id="4" name="Online Media 3" title="The FIRST Indian to EVER Get 2 Sub-1 2x2 Solves! (0.94 PR2 2x2 Single!) #shorts #2x2 #cubing">
            <a:hlinkClick r:id="" action="ppaction://noaction"/>
            <a:extLst>
              <a:ext uri="{FF2B5EF4-FFF2-40B4-BE49-F238E27FC236}">
                <a16:creationId xmlns:a16="http://schemas.microsoft.com/office/drawing/2014/main" id="{EC4397F5-DA75-8237-83DD-96ED6126078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743437" y="2112264"/>
            <a:ext cx="2371359" cy="4197096"/>
          </a:xfrm>
          <a:prstGeom prst="rect">
            <a:avLst/>
          </a:prstGeom>
          <a:noFill/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C2C98325-7EEF-1076-2531-F04A6CBFC9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pPr>
              <a:spcAft>
                <a:spcPts val="600"/>
              </a:spcAft>
            </a:pPr>
            <a:fld id="{98C0CDE5-970C-4CC4-BF43-0DA127E73E82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65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DFE2EB-E85E-8271-3745-DEF147D6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76" y="2194560"/>
            <a:ext cx="5841709" cy="2121408"/>
          </a:xfrm>
        </p:spPr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diese</a:t>
            </a:r>
            <a:r>
              <a:rPr lang="en-US" dirty="0"/>
              <a:t> App </a:t>
            </a:r>
            <a:r>
              <a:rPr lang="en-US" dirty="0" err="1"/>
              <a:t>bringt</a:t>
            </a:r>
            <a:r>
              <a:rPr lang="en-US" dirty="0"/>
              <a:t> </a:t>
            </a:r>
            <a:endParaRPr lang="en-US" dirty="0">
              <a:cs typeface="Narkisim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2A62475-D8EF-C209-2D24-C02F49DF00B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570670" y="393616"/>
            <a:ext cx="4287131" cy="6070600"/>
          </a:xfrm>
        </p:spPr>
        <p:txBody>
          <a:bodyPr/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b="0" dirty="0" err="1"/>
              <a:t>Vereinfachte</a:t>
            </a:r>
            <a:r>
              <a:rPr lang="en-US" b="0" dirty="0"/>
              <a:t> Scrambles -&gt; </a:t>
            </a:r>
            <a:r>
              <a:rPr lang="en-US" b="0" dirty="0" err="1"/>
              <a:t>Traning</a:t>
            </a:r>
            <a:r>
              <a:rPr lang="en-US" b="0" dirty="0"/>
              <a:t> </a:t>
            </a:r>
            <a:r>
              <a:rPr lang="en-US" b="0" dirty="0" err="1"/>
              <a:t>mit</a:t>
            </a:r>
            <a:r>
              <a:rPr lang="en-US" b="0" dirty="0"/>
              <a:t> </a:t>
            </a:r>
            <a:r>
              <a:rPr lang="en-US" b="0" dirty="0" err="1"/>
              <a:t>optimaler</a:t>
            </a:r>
            <a:r>
              <a:rPr lang="en-US" b="0" dirty="0"/>
              <a:t> </a:t>
            </a:r>
            <a:r>
              <a:rPr lang="en-US" b="0" dirty="0" err="1"/>
              <a:t>Herausforderung</a:t>
            </a:r>
            <a:endParaRPr lang="en-US" b="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b="0" dirty="0"/>
              <a:t>Non-</a:t>
            </a:r>
            <a:r>
              <a:rPr lang="en-US" b="0" dirty="0" err="1"/>
              <a:t>Standart</a:t>
            </a:r>
            <a:r>
              <a:rPr lang="en-US" b="0" dirty="0"/>
              <a:t>-Timer-Features:</a:t>
            </a:r>
          </a:p>
          <a:p>
            <a:pPr marL="971550" lvl="1" indent="-285750">
              <a:buFont typeface="Courier New" panose="020B0604020202020204" pitchFamily="34" charset="0"/>
              <a:buChar char="o"/>
            </a:pPr>
            <a:r>
              <a:rPr lang="en-US" dirty="0" err="1"/>
              <a:t>Endlose</a:t>
            </a:r>
            <a:r>
              <a:rPr lang="en-US" dirty="0"/>
              <a:t> Inspection</a:t>
            </a:r>
          </a:p>
          <a:p>
            <a:pPr marL="971550" lvl="1" indent="-285750">
              <a:buFont typeface="Courier New" panose="020B0604020202020204" pitchFamily="34" charset="0"/>
              <a:buChar char="o"/>
            </a:pPr>
            <a:r>
              <a:rPr lang="en-US" dirty="0" err="1"/>
              <a:t>Misst</a:t>
            </a:r>
            <a:r>
              <a:rPr lang="en-US" dirty="0"/>
              <a:t> Hold-Time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b="0" dirty="0"/>
              <a:t>Csv – Export für </a:t>
            </a:r>
            <a:r>
              <a:rPr lang="en-US" b="0" dirty="0" err="1"/>
              <a:t>statistische</a:t>
            </a:r>
            <a:r>
              <a:rPr lang="en-US" b="0" dirty="0"/>
              <a:t> </a:t>
            </a:r>
            <a:r>
              <a:rPr lang="en-US" b="0" dirty="0" err="1"/>
              <a:t>Analyse</a:t>
            </a:r>
            <a:endParaRPr lang="en-US" b="0"/>
          </a:p>
          <a:p>
            <a:pPr marL="971550" lvl="1" indent="-285750">
              <a:buFont typeface="Courier New" panose="020B0604020202020204" pitchFamily="34" charset="0"/>
              <a:buChar char="o"/>
            </a:pPr>
            <a:endParaRPr lang="en-US" b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60C5A9-5FB1-4852-0619-9ACA3D519B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038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52658-86EF-4853-3ECB-55F3BE41D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12B3B-C5E3-299C-26F5-4C16E238D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615" y="387096"/>
            <a:ext cx="2928404" cy="152704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2E64"/>
                </a:solidFill>
                <a:cs typeface="Narkisim"/>
              </a:rPr>
              <a:t>State</a:t>
            </a:r>
            <a:br>
              <a:rPr lang="en-US" dirty="0">
                <a:cs typeface="Narkisim"/>
              </a:rPr>
            </a:br>
            <a:r>
              <a:rPr lang="en-US" sz="2400" dirty="0" err="1">
                <a:solidFill>
                  <a:srgbClr val="002E64"/>
                </a:solidFill>
                <a:cs typeface="Narkisim"/>
              </a:rPr>
              <a:t>StatefulWidgets</a:t>
            </a:r>
            <a:r>
              <a:rPr lang="en-US" sz="2400" dirty="0">
                <a:solidFill>
                  <a:srgbClr val="002E64"/>
                </a:solidFill>
                <a:cs typeface="Narkisim"/>
              </a:rPr>
              <a:t> &amp; </a:t>
            </a:r>
            <a:br>
              <a:rPr lang="en-US" sz="2400" dirty="0">
                <a:solidFill>
                  <a:srgbClr val="002E64"/>
                </a:solidFill>
                <a:cs typeface="Narkisim"/>
              </a:rPr>
            </a:br>
            <a:r>
              <a:rPr lang="en-US" sz="2400" dirty="0">
                <a:solidFill>
                  <a:srgbClr val="002E64"/>
                </a:solidFill>
                <a:cs typeface="Narkisim"/>
              </a:rPr>
              <a:t>State Machine</a:t>
            </a:r>
            <a:endParaRPr lang="en-US" dirty="0">
              <a:cs typeface="Narkisim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0B85C9-5D4A-75FC-D9EF-813033ADED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Content Placeholder 5" descr="A diagram of a process&#10;&#10;AI-generated content may be incorrect.">
            <a:extLst>
              <a:ext uri="{FF2B5EF4-FFF2-40B4-BE49-F238E27FC236}">
                <a16:creationId xmlns:a16="http://schemas.microsoft.com/office/drawing/2014/main" id="{AB3348DE-5064-8B66-DC62-F065A4EF75D4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rcRect b="-109"/>
          <a:stretch>
            <a:fillRect/>
          </a:stretch>
        </p:blipFill>
        <p:spPr>
          <a:xfrm>
            <a:off x="607054" y="436"/>
            <a:ext cx="4124118" cy="6857776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2DDEBCB3-0A81-2C12-66E6-5ADF14D83B75}"/>
              </a:ext>
            </a:extLst>
          </p:cNvPr>
          <p:cNvSpPr txBox="1"/>
          <p:nvPr/>
        </p:nvSpPr>
        <p:spPr>
          <a:xfrm>
            <a:off x="4662993" y="5687924"/>
            <a:ext cx="1992923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-&gt; Demo</a:t>
            </a:r>
          </a:p>
        </p:txBody>
      </p:sp>
    </p:spTree>
    <p:extLst>
      <p:ext uri="{BB962C8B-B14F-4D97-AF65-F5344CB8AC3E}">
        <p14:creationId xmlns:p14="http://schemas.microsoft.com/office/powerpoint/2010/main" val="906019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80A29B-87B6-29C9-2295-D36B76DCF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2505456"/>
            <a:ext cx="3575304" cy="2331720"/>
          </a:xfrm>
        </p:spPr>
        <p:txBody>
          <a:bodyPr anchor="ctr">
            <a:normAutofit/>
          </a:bodyPr>
          <a:lstStyle/>
          <a:p>
            <a:r>
              <a:rPr lang="en-US"/>
              <a:t>Inherited Notifier </a:t>
            </a:r>
            <a:br>
              <a:rPr lang="en-US"/>
            </a:br>
            <a:r>
              <a:rPr lang="en-US"/>
              <a:t> - update with listeners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1FC143-FA9C-6F20-7583-F7B0FA8FF1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98C0CDE5-970C-4CC4-BF43-0DA127E73E82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" name="Picture 8" descr="A diagram of a application&#10;&#10;AI-generated content may be incorrect.">
            <a:extLst>
              <a:ext uri="{FF2B5EF4-FFF2-40B4-BE49-F238E27FC236}">
                <a16:creationId xmlns:a16="http://schemas.microsoft.com/office/drawing/2014/main" id="{F2E5D58D-9EA2-C376-DB82-D2FE70E6A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429" y="476043"/>
            <a:ext cx="5433540" cy="57331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9873F1-8DEA-2FAC-F640-05C5E8E6F352}"/>
              </a:ext>
            </a:extLst>
          </p:cNvPr>
          <p:cNvSpPr txBox="1"/>
          <p:nvPr/>
        </p:nvSpPr>
        <p:spPr>
          <a:xfrm>
            <a:off x="4882536" y="99547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arenR"/>
            </a:pPr>
            <a:r>
              <a:rPr lang="en-US" dirty="0" err="1"/>
              <a:t>AppLocale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SSoT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602260-9B9F-2179-F0B3-703D3E7A1D57}"/>
              </a:ext>
            </a:extLst>
          </p:cNvPr>
          <p:cNvSpPr txBox="1"/>
          <p:nvPr/>
        </p:nvSpPr>
        <p:spPr>
          <a:xfrm>
            <a:off x="4882534" y="149397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2) Trigger Toggle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86350-F595-5E10-CCE2-F334C8915E16}"/>
              </a:ext>
            </a:extLst>
          </p:cNvPr>
          <p:cNvSpPr txBox="1"/>
          <p:nvPr/>
        </p:nvSpPr>
        <p:spPr>
          <a:xfrm>
            <a:off x="4882534" y="26191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4) Listener-Fields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2437A7-84B6-E549-8C53-7D2C3628D34A}"/>
              </a:ext>
            </a:extLst>
          </p:cNvPr>
          <p:cNvSpPr txBox="1"/>
          <p:nvPr/>
        </p:nvSpPr>
        <p:spPr>
          <a:xfrm>
            <a:off x="4882535" y="2056577"/>
            <a:ext cx="28856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3) Propagation Zentrum 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894CA-8D34-16BC-9189-FEAE02BC4D27}"/>
              </a:ext>
            </a:extLst>
          </p:cNvPr>
          <p:cNvSpPr txBox="1"/>
          <p:nvPr/>
        </p:nvSpPr>
        <p:spPr>
          <a:xfrm>
            <a:off x="4882534" y="3117680"/>
            <a:ext cx="288562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5) </a:t>
            </a:r>
            <a:r>
              <a:rPr lang="en-US" dirty="0" err="1"/>
              <a:t>Jedes</a:t>
            </a:r>
            <a:r>
              <a:rPr lang="en-US" dirty="0"/>
              <a:t> Widget </a:t>
            </a:r>
            <a:r>
              <a:rPr lang="en-US" dirty="0" err="1"/>
              <a:t>hört</a:t>
            </a:r>
            <a:r>
              <a:rPr lang="en-US" dirty="0"/>
              <a:t> </a:t>
            </a:r>
            <a:r>
              <a:rPr lang="en-US" dirty="0" err="1"/>
              <a:t>selbst</a:t>
            </a:r>
          </a:p>
        </p:txBody>
      </p:sp>
    </p:spTree>
    <p:extLst>
      <p:ext uri="{BB962C8B-B14F-4D97-AF65-F5344CB8AC3E}">
        <p14:creationId xmlns:p14="http://schemas.microsoft.com/office/powerpoint/2010/main" val="303623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BFF0-A530-8CCC-739B-DC20E0F5E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207" y="539496"/>
            <a:ext cx="6038397" cy="1435608"/>
          </a:xfrm>
        </p:spPr>
        <p:txBody>
          <a:bodyPr anchor="ctr">
            <a:normAutofit/>
          </a:bodyPr>
          <a:lstStyle/>
          <a:p>
            <a:r>
              <a:rPr lang="en-US"/>
              <a:t>Implemented Features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8E7E6E-9ADD-B924-E75D-D36C08810B3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950000" y="2112264"/>
            <a:ext cx="2880567" cy="4197096"/>
          </a:xfrm>
        </p:spPr>
        <p:txBody>
          <a:bodyPr/>
          <a:lstStyle/>
          <a:p>
            <a:pPr>
              <a:buFont typeface="Calibri" panose="020B0604020202020204" pitchFamily="34" charset="0"/>
              <a:buChar char="-"/>
            </a:pPr>
            <a:r>
              <a:rPr lang="en-US" dirty="0"/>
              <a:t>Api incl. </a:t>
            </a:r>
            <a:r>
              <a:rPr lang="en-US" dirty="0" err="1"/>
              <a:t>Errorhandling</a:t>
            </a:r>
            <a:endParaRPr lang="en-US"/>
          </a:p>
          <a:p>
            <a:pPr>
              <a:buFont typeface="Calibri"/>
              <a:buChar char="-"/>
            </a:pPr>
            <a:r>
              <a:rPr lang="en-US" dirty="0"/>
              <a:t>Sensor </a:t>
            </a:r>
            <a:r>
              <a:rPr lang="en-US"/>
              <a:t>Access</a:t>
            </a:r>
            <a:r>
              <a:rPr lang="en-US" dirty="0"/>
              <a:t> &amp; permission</a:t>
            </a:r>
          </a:p>
          <a:p>
            <a:pPr>
              <a:buFont typeface="Calibri"/>
              <a:buChar char="-"/>
            </a:pPr>
            <a:r>
              <a:rPr lang="en-US"/>
              <a:t>Internationalization</a:t>
            </a:r>
          </a:p>
          <a:p>
            <a:pPr>
              <a:buFont typeface="Calibri"/>
              <a:buChar char="-"/>
            </a:pPr>
            <a:r>
              <a:rPr lang="en-US" dirty="0"/>
              <a:t>Persistence </a:t>
            </a:r>
            <a:r>
              <a:rPr lang="en-US" dirty="0" err="1"/>
              <a:t>mit</a:t>
            </a:r>
            <a:r>
              <a:rPr lang="en-US" dirty="0"/>
              <a:t> hive</a:t>
            </a:r>
          </a:p>
          <a:p>
            <a:pPr>
              <a:buFont typeface="Calibri"/>
              <a:buChar char="-"/>
            </a:pPr>
            <a:r>
              <a:rPr lang="en-US" dirty="0"/>
              <a:t>Navigation </a:t>
            </a:r>
            <a:r>
              <a:rPr lang="en-US" dirty="0" err="1"/>
              <a:t>mit</a:t>
            </a:r>
            <a:r>
              <a:rPr lang="en-US" dirty="0"/>
              <a:t> Drawer</a:t>
            </a:r>
          </a:p>
          <a:p>
            <a:pPr>
              <a:buFont typeface="Calibri" panose="020B0604020202020204" pitchFamily="34" charset="0"/>
              <a:buChar char="-"/>
            </a:pPr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B69E8D7-B84B-F268-E07F-1607156EF7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pPr>
              <a:spcAft>
                <a:spcPts val="600"/>
              </a:spcAft>
            </a:pPr>
            <a:fld id="{98C0CDE5-970C-4CC4-BF43-0DA127E73E8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1807E-A849-66BC-73BD-2268C1EA72DC}"/>
              </a:ext>
            </a:extLst>
          </p:cNvPr>
          <p:cNvSpPr txBox="1"/>
          <p:nvPr/>
        </p:nvSpPr>
        <p:spPr>
          <a:xfrm>
            <a:off x="8849360" y="6122851"/>
            <a:ext cx="18592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-&gt; Demo</a:t>
            </a:r>
          </a:p>
        </p:txBody>
      </p:sp>
    </p:spTree>
    <p:extLst>
      <p:ext uri="{BB962C8B-B14F-4D97-AF65-F5344CB8AC3E}">
        <p14:creationId xmlns:p14="http://schemas.microsoft.com/office/powerpoint/2010/main" val="4192282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C24502-54AC-A744-250B-0C85D94AD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615" y="387096"/>
            <a:ext cx="5207146" cy="1527048"/>
          </a:xfrm>
        </p:spPr>
        <p:txBody>
          <a:bodyPr>
            <a:normAutofit/>
          </a:bodyPr>
          <a:lstStyle/>
          <a:p>
            <a:r>
              <a:rPr lang="en-US" dirty="0">
                <a:cs typeface="Narkisim"/>
              </a:rPr>
              <a:t>Global Key</a:t>
            </a:r>
            <a:br>
              <a:rPr lang="en-US" dirty="0">
                <a:cs typeface="Narkisim"/>
              </a:rPr>
            </a:br>
            <a:r>
              <a:rPr lang="en-US" sz="2400" dirty="0" err="1">
                <a:cs typeface="Narkisim"/>
              </a:rPr>
              <a:t>wie</a:t>
            </a:r>
            <a:r>
              <a:rPr lang="en-US" sz="2400" dirty="0">
                <a:cs typeface="Narkisim"/>
              </a:rPr>
              <a:t> </a:t>
            </a:r>
            <a:r>
              <a:rPr lang="en-US" sz="2400" dirty="0" err="1">
                <a:cs typeface="Narkisim"/>
              </a:rPr>
              <a:t>kann</a:t>
            </a:r>
            <a:r>
              <a:rPr lang="en-US" sz="2400" dirty="0">
                <a:cs typeface="Narkisim"/>
              </a:rPr>
              <a:t> ich in Settings </a:t>
            </a:r>
            <a:br>
              <a:rPr lang="en-US" sz="2400" dirty="0">
                <a:cs typeface="Narkisim"/>
              </a:rPr>
            </a:br>
            <a:r>
              <a:rPr lang="en-US" sz="2400" dirty="0" err="1">
                <a:cs typeface="Narkisim"/>
              </a:rPr>
              <a:t>Recordpage</a:t>
            </a:r>
            <a:r>
              <a:rPr lang="en-US" sz="2400" dirty="0">
                <a:cs typeface="Narkisim"/>
              </a:rPr>
              <a:t> </a:t>
            </a:r>
            <a:r>
              <a:rPr lang="en-US" sz="2400" dirty="0" err="1">
                <a:cs typeface="Narkisim"/>
              </a:rPr>
              <a:t>updaten</a:t>
            </a:r>
            <a:r>
              <a:rPr lang="en-US" sz="2400" dirty="0">
                <a:cs typeface="Narkisim"/>
              </a:rPr>
              <a:t>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0765AE-8EB5-D371-C0B2-DA072125B8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Content Placeholder 7" descr="A diagram of a computer&#10;&#10;AI-generated content may be incorrect.">
            <a:extLst>
              <a:ext uri="{FF2B5EF4-FFF2-40B4-BE49-F238E27FC236}">
                <a16:creationId xmlns:a16="http://schemas.microsoft.com/office/drawing/2014/main" id="{0F137BAF-2B00-3506-69B6-0DC5A0F74581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844586" y="1918661"/>
            <a:ext cx="8192026" cy="456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76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48D029-6E5D-5C40-EE46-7913B8F2A1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14216" y="1938964"/>
            <a:ext cx="5824728" cy="34925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​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2A2015-C113-6985-07BD-D6494CD0A5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 rot="16200000">
            <a:off x="11274552" y="5632704"/>
            <a:ext cx="1069848" cy="594360"/>
          </a:xfrm>
        </p:spPr>
        <p:txBody>
          <a:bodyPr/>
          <a:lstStyle/>
          <a:p>
            <a:fld id="{98C0CDE5-970C-4CC4-BF43-0DA127E73E8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8F5E4DB-41AF-AEEF-8E61-EEE83DCB9DDB}"/>
              </a:ext>
            </a:extLst>
          </p:cNvPr>
          <p:cNvSpPr>
            <a:spLocks noGrp="1"/>
          </p:cNvSpPr>
          <p:nvPr/>
        </p:nvSpPr>
        <p:spPr>
          <a:xfrm>
            <a:off x="1115568" y="1883664"/>
            <a:ext cx="4014216" cy="35112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lang="en-US" sz="1400" b="0" kern="1200" dirty="0" smtClean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A32541A-416C-1AB3-530F-78B8B9531BF2}"/>
              </a:ext>
            </a:extLst>
          </p:cNvPr>
          <p:cNvSpPr>
            <a:spLocks noGrp="1"/>
          </p:cNvSpPr>
          <p:nvPr/>
        </p:nvSpPr>
        <p:spPr>
          <a:xfrm>
            <a:off x="4105656" y="2522292"/>
            <a:ext cx="6648558" cy="35112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b="0" dirty="0"/>
              <a:t>+ </a:t>
            </a:r>
            <a:r>
              <a:rPr lang="en-US" sz="1800" b="0" dirty="0" err="1"/>
              <a:t>Multiplattform</a:t>
            </a:r>
            <a:r>
              <a:rPr lang="en-US" sz="1800" b="0" dirty="0"/>
              <a:t> </a:t>
            </a:r>
            <a:r>
              <a:rPr lang="en-US" sz="1800" b="0" dirty="0" err="1"/>
              <a:t>durch</a:t>
            </a:r>
            <a:r>
              <a:rPr lang="en-US" sz="1800" b="0" dirty="0"/>
              <a:t> Embedder</a:t>
            </a:r>
            <a:endParaRPr lang="en-US" sz="1800" b="0" dirty="0">
              <a:solidFill>
                <a:srgbClr val="3B3B3B"/>
              </a:solidFill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b="0" dirty="0"/>
              <a:t> + Dart </a:t>
            </a:r>
            <a:r>
              <a:rPr lang="en-US" sz="1800" b="0" dirty="0" err="1"/>
              <a:t>Typensicherheit</a:t>
            </a:r>
            <a:r>
              <a:rPr lang="en-US" sz="1800" b="0" dirty="0"/>
              <a:t> </a:t>
            </a:r>
            <a:r>
              <a:rPr lang="en-US" sz="1800" b="0" dirty="0" err="1"/>
              <a:t>hilft</a:t>
            </a:r>
            <a:r>
              <a:rPr lang="en-US" sz="1800" b="0" dirty="0"/>
              <a:t> </a:t>
            </a:r>
            <a:r>
              <a:rPr lang="en-US" sz="1800" b="0" dirty="0" err="1"/>
              <a:t>zu</a:t>
            </a:r>
            <a:r>
              <a:rPr lang="en-US" sz="1800" b="0" dirty="0"/>
              <a:t> </a:t>
            </a:r>
            <a:r>
              <a:rPr lang="en-US" sz="1800" b="0" dirty="0" err="1"/>
              <a:t>mehr</a:t>
            </a:r>
            <a:r>
              <a:rPr lang="en-US" sz="1800" b="0" dirty="0"/>
              <a:t> </a:t>
            </a:r>
            <a:r>
              <a:rPr lang="en-US" sz="1800" b="0" dirty="0" err="1"/>
              <a:t>Übersicht</a:t>
            </a:r>
            <a:endParaRPr lang="en-US" sz="1800" b="0" dirty="0" err="1">
              <a:solidFill>
                <a:srgbClr val="3B3B3B"/>
              </a:solidFill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b="0" dirty="0"/>
              <a:t>+ Widget Tree: </a:t>
            </a:r>
            <a:r>
              <a:rPr lang="en-US" sz="1800" b="0" dirty="0" err="1"/>
              <a:t>Praktisch</a:t>
            </a:r>
            <a:r>
              <a:rPr lang="en-US" sz="1800" b="0" dirty="0"/>
              <a:t> </a:t>
            </a:r>
            <a:r>
              <a:rPr lang="en-US" sz="1800" b="0" dirty="0" err="1"/>
              <a:t>sobald</a:t>
            </a:r>
            <a:r>
              <a:rPr lang="en-US" sz="1800" b="0" dirty="0"/>
              <a:t> man </a:t>
            </a:r>
            <a:r>
              <a:rPr lang="en-US" sz="1800" b="0" dirty="0" err="1"/>
              <a:t>sich</a:t>
            </a:r>
            <a:r>
              <a:rPr lang="en-US" sz="1800" b="0" dirty="0"/>
              <a:t> </a:t>
            </a:r>
            <a:r>
              <a:rPr lang="en-US" sz="1800" b="0" dirty="0" err="1"/>
              <a:t>gewöhnt</a:t>
            </a:r>
            <a:r>
              <a:rPr lang="en-US" sz="1800" b="0" dirty="0"/>
              <a:t> hat</a:t>
            </a:r>
          </a:p>
          <a:p>
            <a:pPr marL="285750" indent="-285750">
              <a:lnSpc>
                <a:spcPct val="150000"/>
              </a:lnSpc>
              <a:spcAft>
                <a:spcPts val="0"/>
              </a:spcAft>
              <a:buFont typeface="Calibri"/>
              <a:buChar char="-"/>
            </a:pPr>
            <a:r>
              <a:rPr lang="en-US" sz="1800" b="0" dirty="0"/>
              <a:t>Schade, </a:t>
            </a:r>
            <a:r>
              <a:rPr lang="en-US" sz="1800" b="0" dirty="0" err="1"/>
              <a:t>dass</a:t>
            </a:r>
            <a:r>
              <a:rPr lang="en-US" sz="1800" b="0" dirty="0"/>
              <a:t> die integration des </a:t>
            </a:r>
            <a:r>
              <a:rPr lang="en-US" sz="1800" b="0" dirty="0" err="1"/>
              <a:t>scramblegenerators</a:t>
            </a:r>
            <a:r>
              <a:rPr lang="en-US" sz="1800" b="0" dirty="0"/>
              <a:t> in </a:t>
            </a:r>
            <a:r>
              <a:rPr lang="en-US" sz="1800" b="0" dirty="0" err="1"/>
              <a:t>js</a:t>
            </a:r>
            <a:r>
              <a:rPr lang="en-US" sz="1800" b="0" dirty="0"/>
              <a:t> </a:t>
            </a:r>
            <a:r>
              <a:rPr lang="en-US" sz="1800" b="0" dirty="0" err="1"/>
              <a:t>noch</a:t>
            </a:r>
            <a:r>
              <a:rPr lang="en-US" sz="1800" b="0" dirty="0"/>
              <a:t> nicht </a:t>
            </a:r>
            <a:r>
              <a:rPr lang="en-US" sz="1800" b="0" dirty="0" err="1"/>
              <a:t>geklappt</a:t>
            </a:r>
            <a:r>
              <a:rPr lang="en-US" sz="1800" b="0" dirty="0"/>
              <a:t> hat.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n-US" sz="1800" b="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1800" b="0" dirty="0"/>
              <a:t>=&gt; ich </a:t>
            </a:r>
            <a:r>
              <a:rPr lang="en-US" sz="1800" b="0" dirty="0" err="1"/>
              <a:t>werde</a:t>
            </a:r>
            <a:r>
              <a:rPr lang="en-US" sz="1800" b="0" dirty="0"/>
              <a:t> Flutter </a:t>
            </a:r>
            <a:r>
              <a:rPr lang="en-US" sz="1800" b="0" dirty="0" err="1"/>
              <a:t>auch</a:t>
            </a:r>
            <a:r>
              <a:rPr lang="en-US" sz="1800" b="0" dirty="0"/>
              <a:t> in Zukunft </a:t>
            </a:r>
            <a:r>
              <a:rPr lang="en-US" sz="1800" b="0" dirty="0" err="1"/>
              <a:t>einsetzen</a:t>
            </a:r>
            <a:r>
              <a:rPr lang="en-US" sz="1800" b="0" dirty="0"/>
              <a:t>!</a:t>
            </a:r>
          </a:p>
        </p:txBody>
      </p:sp>
      <p:pic>
        <p:nvPicPr>
          <p:cNvPr id="12" name="Picture 11" descr="Flutter - free Icon PNG, SVG">
            <a:extLst>
              <a:ext uri="{FF2B5EF4-FFF2-40B4-BE49-F238E27FC236}">
                <a16:creationId xmlns:a16="http://schemas.microsoft.com/office/drawing/2014/main" id="{E34F39BF-34EF-6120-FF08-D55CB230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7" b="-422"/>
          <a:stretch>
            <a:fillRect/>
          </a:stretch>
        </p:blipFill>
        <p:spPr>
          <a:xfrm>
            <a:off x="1825398" y="2656567"/>
            <a:ext cx="1225976" cy="1276407"/>
          </a:xfrm>
          <a:prstGeom prst="rect">
            <a:avLst/>
          </a:prstGeom>
        </p:spPr>
      </p:pic>
      <p:sp>
        <p:nvSpPr>
          <p:cNvPr id="13" name="Title 28">
            <a:extLst>
              <a:ext uri="{FF2B5EF4-FFF2-40B4-BE49-F238E27FC236}">
                <a16:creationId xmlns:a16="http://schemas.microsoft.com/office/drawing/2014/main" id="{348D73EA-6F4B-B98E-9634-ABFDDBB567F9}"/>
              </a:ext>
            </a:extLst>
          </p:cNvPr>
          <p:cNvSpPr txBox="1">
            <a:spLocks/>
          </p:cNvSpPr>
          <p:nvPr/>
        </p:nvSpPr>
        <p:spPr>
          <a:xfrm>
            <a:off x="869919" y="450695"/>
            <a:ext cx="3751003" cy="64783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2500" lnSpcReduction="10000"/>
          </a:bodyPr>
          <a:lstStyle>
            <a:defPPr>
              <a:defRPr lang="ru-RU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Narkisim"/>
              </a:rPr>
              <a:t>Meine Sicht auf Flutter</a:t>
            </a:r>
            <a:endParaRPr lang="en-US" dirty="0">
              <a:cs typeface="Narkisim"/>
            </a:endParaRPr>
          </a:p>
        </p:txBody>
      </p:sp>
    </p:spTree>
    <p:extLst>
      <p:ext uri="{BB962C8B-B14F-4D97-AF65-F5344CB8AC3E}">
        <p14:creationId xmlns:p14="http://schemas.microsoft.com/office/powerpoint/2010/main" val="3059986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B60F6F-E490-BF7A-A8DB-59FD2206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688336"/>
            <a:ext cx="9464040" cy="2459736"/>
          </a:xfrm>
        </p:spPr>
        <p:txBody>
          <a:bodyPr/>
          <a:lstStyle/>
          <a:p>
            <a:r>
              <a:rPr lang="en-US" err="1"/>
              <a:t>Fragen</a:t>
            </a:r>
            <a:r>
              <a:rPr lang="en-US"/>
              <a:t>?</a:t>
            </a:r>
          </a:p>
        </p:txBody>
      </p:sp>
      <p:pic>
        <p:nvPicPr>
          <p:cNvPr id="5" name="Picture Placeholder 4" descr="2x2 speed cube puzzle with white, red, and blue tiles, featuring adjustable tension mechanism">
            <a:extLst>
              <a:ext uri="{FF2B5EF4-FFF2-40B4-BE49-F238E27FC236}">
                <a16:creationId xmlns:a16="http://schemas.microsoft.com/office/drawing/2014/main" id="{3A5EF3E4-75F9-B5DF-CABA-785387F9B92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3" b="33"/>
          <a:stretch/>
        </p:blipFill>
        <p:spPr>
          <a:xfrm>
            <a:off x="4241799" y="1531533"/>
            <a:ext cx="2587898" cy="23884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4380172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415">
      <a:dk1>
        <a:srgbClr val="3B3B3B"/>
      </a:dk1>
      <a:lt1>
        <a:sysClr val="window" lastClr="FFFFFF"/>
      </a:lt1>
      <a:dk2>
        <a:srgbClr val="262626"/>
      </a:dk2>
      <a:lt2>
        <a:srgbClr val="C07400"/>
      </a:lt2>
      <a:accent1>
        <a:srgbClr val="005CC9"/>
      </a:accent1>
      <a:accent2>
        <a:srgbClr val="008EDC"/>
      </a:accent2>
      <a:accent3>
        <a:srgbClr val="3DA800"/>
      </a:accent3>
      <a:accent4>
        <a:srgbClr val="7030A0"/>
      </a:accent4>
      <a:accent5>
        <a:srgbClr val="B92AD6"/>
      </a:accent5>
      <a:accent6>
        <a:srgbClr val="1F7100"/>
      </a:accent6>
      <a:hlink>
        <a:srgbClr val="D30F00"/>
      </a:hlink>
      <a:folHlink>
        <a:srgbClr val="D30F00"/>
      </a:folHlink>
    </a:clrScheme>
    <a:fontScheme name="Custom 2">
      <a:majorFont>
        <a:latin typeface="Narkisim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/>
            </a:gs>
            <a:gs pos="100000">
              <a:schemeClr val="tx2"/>
            </a:gs>
          </a:gsLst>
          <a:lin ang="36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931380_win32_KB_V5" id="{1B786C8D-2177-4A5A-9718-032A412214C6}" vid="{EA647B36-C19D-492E-9711-2F7B3523F3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A27D8E-DE3D-481C-905D-44ADCF801F7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B6450B55-B496-4B49-9DD2-B71AB023CA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9F46F3-DDE7-46C7-84BC-59C1156F2B21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Custom</vt:lpstr>
      <vt:lpstr>Easy2  a 2x2 1Look Training App</vt:lpstr>
      <vt:lpstr>Was ist 1Looking und was bringt das?</vt:lpstr>
      <vt:lpstr>Was diese App bringt </vt:lpstr>
      <vt:lpstr>State StatefulWidgets &amp;  State Machine</vt:lpstr>
      <vt:lpstr>Inherited Notifier   - update with listeners</vt:lpstr>
      <vt:lpstr>Implemented Features</vt:lpstr>
      <vt:lpstr>Global Key wie kann ich in Settings  Recordpage updaten?</vt:lpstr>
      <vt:lpstr>PowerPoint Presentation</vt:lpstr>
      <vt:lpstr>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127</cp:revision>
  <dcterms:created xsi:type="dcterms:W3CDTF">2026-06-26T15:41:09Z</dcterms:created>
  <dcterms:modified xsi:type="dcterms:W3CDTF">2026-06-30T16:10:10Z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